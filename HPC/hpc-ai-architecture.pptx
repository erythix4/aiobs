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64008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  |  OPEN SOURCE SOVEREIGN STACK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AI Observability and 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960620"/>
            <a:ext cx="88148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erythix.fr  |  aureonis.be  |  Open Source Sovereign Stack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56032" y="621792"/>
            <a:ext cx="8631936" cy="82296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65836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AI Observability and Security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2336" y="111556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Reference  |  Open Source Sovereign Stack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1591056"/>
            <a:ext cx="2048256" cy="3035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554480"/>
            <a:ext cx="2048256" cy="3035808"/>
          </a:xfrm>
          <a:prstGeom prst="roundRect">
            <a:avLst>
              <a:gd name="adj" fmla="val 2232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554480"/>
            <a:ext cx="2048256" cy="329184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55448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" y="19568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7D1C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Cluster Architecture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432304"/>
            <a:ext cx="1865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topology: GPU nodes, NVLink, InfiniBand, Lustre storage, SLURM scheduler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0" y="1591056"/>
            <a:ext cx="2048256" cy="3035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32304" y="1554480"/>
            <a:ext cx="2048256" cy="3035808"/>
          </a:xfrm>
          <a:prstGeom prst="roundRect">
            <a:avLst>
              <a:gd name="adj" fmla="val 2232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2304" y="1554480"/>
            <a:ext cx="2048256" cy="329184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2304" y="155448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523744" y="19568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F5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Step Timeline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23744" y="2432304"/>
            <a:ext cx="1865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load, forward pass, backward pass, AllReduce: what happens inside one step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45152" y="1591056"/>
            <a:ext cx="2048256" cy="3035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1554480"/>
            <a:ext cx="2048256" cy="3035808"/>
          </a:xfrm>
          <a:prstGeom prst="roundRect">
            <a:avLst>
              <a:gd name="adj" fmla="val 2232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1554480"/>
            <a:ext cx="2048256" cy="329184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155448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0016" y="19568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A6E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Stack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2432304"/>
            <a:ext cx="1865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storage, visualization: open source sovereign pipeline layer by layer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21424" y="1591056"/>
            <a:ext cx="2048256" cy="3035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84848" y="1554480"/>
            <a:ext cx="2048256" cy="3035808"/>
          </a:xfrm>
          <a:prstGeom prst="roundRect">
            <a:avLst>
              <a:gd name="adj" fmla="val 2232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84848" y="1554480"/>
            <a:ext cx="2048256" cy="329184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155448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76288" y="19568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83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Threat Surface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76288" y="2432304"/>
            <a:ext cx="1865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attack vectors specific to HPC AI workloads and detection strategies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4572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HPC Cluster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topology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960620"/>
            <a:ext cx="88148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474720" y="585216"/>
            <a:ext cx="2267712" cy="457200"/>
          </a:xfrm>
          <a:prstGeom prst="rect">
            <a:avLst/>
          </a:prstGeom>
          <a:solidFill>
            <a:srgbClr val="E0A09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144" y="548640"/>
            <a:ext cx="2267712" cy="457200"/>
          </a:xfrm>
          <a:prstGeom prst="roundRect">
            <a:avLst>
              <a:gd name="adj" fmla="val 10000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548640"/>
            <a:ext cx="73152" cy="457200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548640"/>
            <a:ext cx="2103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/ PBS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786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0" cy="274320"/>
          </a:xfrm>
          <a:prstGeom prst="line">
            <a:avLst/>
          </a:prstGeom>
          <a:noFill/>
          <a:ln w="12700">
            <a:solidFill>
              <a:srgbClr val="C8C2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rot="10800000">
            <a:off x="4498848" y="1261872"/>
            <a:ext cx="146304" cy="100584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1033272"/>
            <a:ext cx="3621024" cy="2194560"/>
          </a:xfrm>
          <a:prstGeom prst="rect">
            <a:avLst/>
          </a:prstGeom>
          <a:solidFill>
            <a:srgbClr val="E8B0C0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987552"/>
            <a:ext cx="3621024" cy="2194560"/>
          </a:xfrm>
          <a:prstGeom prst="roundRect">
            <a:avLst>
              <a:gd name="adj" fmla="val 2083"/>
            </a:avLst>
          </a:prstGeom>
          <a:solidFill>
            <a:srgbClr val="FDF4F6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987552"/>
            <a:ext cx="3621024" cy="274320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98755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NODE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0624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243584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6152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1016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71016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093976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6544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21408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21408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2944368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16936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71800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65760" y="2176272"/>
            <a:ext cx="3401568" cy="201168"/>
          </a:xfrm>
          <a:prstGeom prst="roundRect">
            <a:avLst>
              <a:gd name="adj" fmla="val 22727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1762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 600 GB/s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3192" y="2496312"/>
            <a:ext cx="1609344" cy="5852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468880"/>
            <a:ext cx="1609344" cy="585216"/>
          </a:xfrm>
          <a:prstGeom prst="roundRect">
            <a:avLst>
              <a:gd name="adj" fmla="val 7813"/>
            </a:avLst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246888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x2  |  512 GB RAM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112264" y="2496312"/>
            <a:ext cx="1682496" cy="5852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2468880"/>
            <a:ext cx="1682496" cy="585216"/>
          </a:xfrm>
          <a:prstGeom prst="roundRect">
            <a:avLst>
              <a:gd name="adj" fmla="val 7813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9696" y="246888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 (staging)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12664" y="1033272"/>
            <a:ext cx="3621024" cy="2194560"/>
          </a:xfrm>
          <a:prstGeom prst="rect">
            <a:avLst/>
          </a:prstGeom>
          <a:solidFill>
            <a:srgbClr val="E8B0C0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66944" y="987552"/>
            <a:ext cx="3621024" cy="2194560"/>
          </a:xfrm>
          <a:prstGeom prst="roundRect">
            <a:avLst>
              <a:gd name="adj" fmla="val 2083"/>
            </a:avLst>
          </a:prstGeom>
          <a:solidFill>
            <a:srgbClr val="FDF4F6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66944" y="987552"/>
            <a:ext cx="3621024" cy="274320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66944" y="98755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NODE 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04104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76672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31536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31536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254496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27064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81928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5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81928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7104888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77456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0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6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132320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7955280" y="1362456"/>
            <a:ext cx="749808" cy="74980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27848" y="1335024"/>
            <a:ext cx="74980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82712" y="1380744"/>
            <a:ext cx="65836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7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982712" y="1709928"/>
            <a:ext cx="65836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GB HBM3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376672" y="2176272"/>
            <a:ext cx="3401568" cy="201168"/>
          </a:xfrm>
          <a:prstGeom prst="roundRect">
            <a:avLst>
              <a:gd name="adj" fmla="val 22727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76672" y="21762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 600 GB/s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404104" y="2496312"/>
            <a:ext cx="1609344" cy="5852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76672" y="2468880"/>
            <a:ext cx="1609344" cy="585216"/>
          </a:xfrm>
          <a:prstGeom prst="roundRect">
            <a:avLst>
              <a:gd name="adj" fmla="val 7813"/>
            </a:avLst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31536" y="2468880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x2  |  512 GB RAM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123176" y="2496312"/>
            <a:ext cx="1682496" cy="5852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95744" y="2468880"/>
            <a:ext cx="1682496" cy="585216"/>
          </a:xfrm>
          <a:prstGeom prst="roundRect">
            <a:avLst>
              <a:gd name="adj" fmla="val 7813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50608" y="2468880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 (staging)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877056" y="2084832"/>
            <a:ext cx="1389888" cy="0"/>
          </a:xfrm>
          <a:prstGeom prst="line">
            <a:avLst/>
          </a:prstGeom>
          <a:noFill/>
          <a:ln w="12700">
            <a:solidFill>
              <a:srgbClr val="2A7A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041648" y="1883664"/>
            <a:ext cx="1133856" cy="475488"/>
          </a:xfrm>
          <a:prstGeom prst="rect">
            <a:avLst/>
          </a:prstGeom>
          <a:solidFill>
            <a:srgbClr val="90C0E8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05072" y="1847088"/>
            <a:ext cx="1133856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184708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 HDR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005072" y="20665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Gb/s  |  &lt; 1 µs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005072" y="235915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i="1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. .  up to N nodes  . . 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066544" y="3182112"/>
            <a:ext cx="0" cy="182880"/>
          </a:xfrm>
          <a:prstGeom prst="line">
            <a:avLst/>
          </a:prstGeom>
          <a:noFill/>
          <a:ln w="12700">
            <a:solidFill>
              <a:srgbClr val="DDD8CF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7077456" y="3182112"/>
            <a:ext cx="0" cy="182880"/>
          </a:xfrm>
          <a:prstGeom prst="line">
            <a:avLst/>
          </a:prstGeom>
          <a:noFill/>
          <a:ln w="12700">
            <a:solidFill>
              <a:srgbClr val="DDD8CF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292608" y="3401568"/>
            <a:ext cx="8631936" cy="420624"/>
          </a:xfrm>
          <a:prstGeom prst="rect">
            <a:avLst/>
          </a:prstGeom>
          <a:solidFill>
            <a:srgbClr val="80C8A8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032" y="3364992"/>
            <a:ext cx="8631936" cy="420624"/>
          </a:xfrm>
          <a:prstGeom prst="roundRect">
            <a:avLst>
              <a:gd name="adj" fmla="val 10870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" y="3364992"/>
            <a:ext cx="73152" cy="420624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2336" y="3364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 / GPFS / BeeGFS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3730752" y="336499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Shared Storage  |  28+ GB/s aggregate throughput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72000" y="3785616"/>
            <a:ext cx="0" cy="73152"/>
          </a:xfrm>
          <a:prstGeom prst="line">
            <a:avLst/>
          </a:prstGeom>
          <a:noFill/>
          <a:ln w="12700">
            <a:solidFill>
              <a:srgbClr val="DDD8CF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256032" y="3858768"/>
            <a:ext cx="8631936" cy="420624"/>
          </a:xfrm>
          <a:prstGeom prst="roundRect">
            <a:avLst>
              <a:gd name="adj" fmla="val 10870"/>
            </a:avLst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38587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PLANE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816352" y="3858768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  |  node-exporter  |  OTel Collector  |  Falco / Tetragon  +  VictoriaMetrics  |  Loki  |  Grafana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4572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Training Step Timeline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across 32 GPUs / 4 nodes  |  ~42 ms total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960620"/>
            <a:ext cx="88148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463040" y="786384"/>
            <a:ext cx="7388352" cy="0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749808"/>
            <a:ext cx="0" cy="7315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6400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866827" y="749808"/>
            <a:ext cx="0" cy="7315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0795" y="6400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270614" y="749808"/>
            <a:ext cx="0" cy="7315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582" y="6400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413236" y="749808"/>
            <a:ext cx="0" cy="7315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7204" y="6400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851392" y="749808"/>
            <a:ext cx="0" cy="7315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64008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463040" y="841248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84124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+ H2D Transfer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401568" y="841248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84124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340096" y="841248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4688" y="84124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NCCL AllReduce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278624" y="841248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84124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(AdamW)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56032" y="102412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481328" y="1042416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1024128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99616" y="1024128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885115" y="1042416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66827" y="1024128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3403" y="1024128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88902" y="1042416"/>
            <a:ext cx="2124334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70614" y="1024128"/>
            <a:ext cx="2124334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7190" y="1024128"/>
            <a:ext cx="2051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431524" y="1042416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3236" y="1024128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9812" y="1024128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6032" y="15636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481328" y="1581912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3040" y="1563624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99616" y="1563624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885115" y="1581912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66827" y="1563624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03403" y="1563624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4288902" y="1581912"/>
            <a:ext cx="2124334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0614" y="1563624"/>
            <a:ext cx="2124334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07190" y="1563624"/>
            <a:ext cx="2051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431524" y="1581912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13236" y="1563624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9812" y="1563624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56032" y="2103120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2  (straggler)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08176" y="2103120"/>
            <a:ext cx="45720" cy="475488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81328" y="2121408"/>
            <a:ext cx="1754916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63040" y="2103120"/>
            <a:ext cx="1754916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2103120"/>
            <a:ext cx="16817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3254532" y="2121408"/>
            <a:ext cx="1459382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36244" y="2103120"/>
            <a:ext cx="1459382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72820" y="2103120"/>
            <a:ext cx="13862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732203" y="2121408"/>
            <a:ext cx="1681033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13915" y="2103120"/>
            <a:ext cx="1681033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0491" y="2103120"/>
            <a:ext cx="160788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6431524" y="2121408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13236" y="2103120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9812" y="2103120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256032" y="2642616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3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481328" y="2660904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63040" y="2642616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99616" y="2642616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2885115" y="2660904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866827" y="2642616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03403" y="2642616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4288902" y="2660904"/>
            <a:ext cx="2124334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70614" y="2642616"/>
            <a:ext cx="2124334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07190" y="2642616"/>
            <a:ext cx="2051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6431524" y="2660904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13236" y="2642616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9812" y="2642616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256032" y="3182112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4-7  (Node 2)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481328" y="3200400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63040" y="3182112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99616" y="3182112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2885115" y="3200400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66827" y="3182112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903403" y="3182112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288902" y="3200400"/>
            <a:ext cx="2124334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70614" y="3182112"/>
            <a:ext cx="2124334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07190" y="3182112"/>
            <a:ext cx="2051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6431524" y="3200400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13236" y="3182112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49812" y="3182112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256032" y="3721608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8-15 (N3-N4)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481328" y="3739896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463040" y="3721608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99616" y="3721608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+ H2D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885115" y="3739896"/>
            <a:ext cx="1385499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66827" y="3721608"/>
            <a:ext cx="1385499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03403" y="3721608"/>
            <a:ext cx="13123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4288902" y="3739896"/>
            <a:ext cx="2124334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70614" y="3721608"/>
            <a:ext cx="2124334" cy="475488"/>
          </a:xfrm>
          <a:prstGeom prst="roundRect">
            <a:avLst>
              <a:gd name="adj" fmla="val 9615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07190" y="3721608"/>
            <a:ext cx="20511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6431524" y="3739896"/>
            <a:ext cx="2419868" cy="475488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13236" y="3721608"/>
            <a:ext cx="2419868" cy="475488"/>
          </a:xfrm>
          <a:prstGeom prst="roundRect">
            <a:avLst>
              <a:gd name="adj" fmla="val 961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49812" y="3721608"/>
            <a:ext cx="23467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NCCL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6413236" y="987552"/>
            <a:ext cx="0" cy="3209544"/>
          </a:xfrm>
          <a:prstGeom prst="line">
            <a:avLst/>
          </a:prstGeom>
          <a:noFill/>
          <a:ln w="12700">
            <a:solidFill>
              <a:srgbClr val="A8243F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5791444" y="91440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b="1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barrier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256032" y="4325112"/>
            <a:ext cx="8631936" cy="365760"/>
          </a:xfrm>
          <a:prstGeom prst="rect">
            <a:avLst/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56032" y="4325112"/>
            <a:ext cx="54864" cy="365760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4048" y="4325112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GPU utilization 87%.  Effective compute: ~19%.  AllReduce: 43% of step time.  A single straggler degrades global efficiency by 30% with no alert triggered.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4572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Stack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sovereign pipeline: collection, storage, visualization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960620"/>
            <a:ext cx="88148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92608" y="585216"/>
            <a:ext cx="8631936" cy="1280160"/>
          </a:xfrm>
          <a:prstGeom prst="rect">
            <a:avLst/>
          </a:prstGeom>
          <a:solidFill>
            <a:srgbClr val="90C0E8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548640"/>
            <a:ext cx="8631936" cy="1280160"/>
          </a:xfrm>
          <a:prstGeom prst="roundRect">
            <a:avLst>
              <a:gd name="adj" fmla="val 3571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548640"/>
            <a:ext cx="8631936" cy="237744"/>
          </a:xfrm>
          <a:prstGeom prst="rect">
            <a:avLst/>
          </a:prstGeom>
          <a:solidFill>
            <a:srgbClr val="2A7ACC"/>
          </a:solidFill>
          <a:ln w="12700">
            <a:solidFill>
              <a:srgbClr val="2A7A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54864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|  COLLECTION  (deployed on every node)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841248"/>
            <a:ext cx="1322832" cy="219456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dcgm-exporter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0624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DCGM metrics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807464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0032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0032" y="841248"/>
            <a:ext cx="1322832" cy="219456"/>
          </a:xfrm>
          <a:prstGeom prst="rect">
            <a:avLst/>
          </a:prstGeom>
          <a:solidFill>
            <a:srgbClr val="3E3A36"/>
          </a:solidFill>
          <a:ln w="12700">
            <a:solidFill>
              <a:srgbClr val="3E3A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0032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816608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CPU / RAM / disk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203448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6016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6016" y="841248"/>
            <a:ext cx="1322832" cy="219456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6016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12592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+ logs OTLP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599432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841248"/>
            <a:ext cx="1322832" cy="219456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 / Tetragon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08576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kernel events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995416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67984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67984" y="841248"/>
            <a:ext cx="1322832" cy="219456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7984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slurm-exporter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04560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metrics / queues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7391400" y="868680"/>
            <a:ext cx="1322832" cy="85953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63968" y="841248"/>
            <a:ext cx="1322832" cy="859536"/>
          </a:xfrm>
          <a:prstGeom prst="roundRect">
            <a:avLst>
              <a:gd name="adj" fmla="val 5319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3968" y="841248"/>
            <a:ext cx="1322832" cy="219456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3968" y="841248"/>
            <a:ext cx="1322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ibstat scripts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400544" y="111556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 counters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572000" y="1828800"/>
            <a:ext cx="0" cy="201168"/>
          </a:xfrm>
          <a:prstGeom prst="line">
            <a:avLst/>
          </a:prstGeom>
          <a:noFill/>
          <a:ln w="12700">
            <a:solidFill>
              <a:srgbClr val="2A7A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498848" y="2011680"/>
            <a:ext cx="146304" cy="100584"/>
          </a:xfrm>
          <a:prstGeom prst="triangle">
            <a:avLst/>
          </a:prstGeom>
          <a:solidFill>
            <a:srgbClr val="2A7ACC"/>
          </a:solidFill>
          <a:ln w="12700">
            <a:solidFill>
              <a:srgbClr val="2A7A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18653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2A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/ OTLP push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92608" y="2139696"/>
            <a:ext cx="8631936" cy="1060704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2103120"/>
            <a:ext cx="8631936" cy="1060704"/>
          </a:xfrm>
          <a:prstGeom prst="roundRect">
            <a:avLst>
              <a:gd name="adj" fmla="val 4310"/>
            </a:avLst>
          </a:prstGeom>
          <a:solidFill>
            <a:srgbClr val="F3F0EA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2103120"/>
            <a:ext cx="8631936" cy="237744"/>
          </a:xfrm>
          <a:prstGeom prst="rect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210312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|  STORAGE  (centralized cluster)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93192" y="2423160"/>
            <a:ext cx="2029968" cy="694944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2395728"/>
            <a:ext cx="2029968" cy="694944"/>
          </a:xfrm>
          <a:prstGeom prst="roundRect">
            <a:avLst>
              <a:gd name="adj" fmla="val 6579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2395728"/>
            <a:ext cx="2029968" cy="219456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2336" y="26517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|  90-day retention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496312" y="2423160"/>
            <a:ext cx="2029968" cy="694944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0" y="2395728"/>
            <a:ext cx="2029968" cy="694944"/>
          </a:xfrm>
          <a:prstGeom prst="roundRect">
            <a:avLst>
              <a:gd name="adj" fmla="val 6579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68880" y="2395728"/>
            <a:ext cx="2029968" cy="219456"/>
          </a:xfrm>
          <a:prstGeom prst="rect">
            <a:avLst/>
          </a:prstGeom>
          <a:solidFill>
            <a:srgbClr val="1F5FA0"/>
          </a:solidFill>
          <a:ln w="12700">
            <a:solidFill>
              <a:srgbClr val="1F5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0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05456" y="26517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 |  LogQL  |  30 days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599432" y="2423160"/>
            <a:ext cx="2029968" cy="694944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0" y="2395728"/>
            <a:ext cx="2029968" cy="694944"/>
          </a:xfrm>
          <a:prstGeom prst="roundRect">
            <a:avLst>
              <a:gd name="adj" fmla="val 6579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0" y="2395728"/>
            <a:ext cx="2029968" cy="219456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/ Jaeger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08576" y="26517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 |  7-day retention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702552" y="2423160"/>
            <a:ext cx="2029968" cy="694944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75120" y="2395728"/>
            <a:ext cx="2029968" cy="694944"/>
          </a:xfrm>
          <a:prstGeom prst="roundRect">
            <a:avLst>
              <a:gd name="adj" fmla="val 6579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0" y="2395728"/>
            <a:ext cx="2029968" cy="219456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75120" y="239572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11696" y="265176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|  Slack / PD / email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3163824"/>
            <a:ext cx="0" cy="164592"/>
          </a:xfrm>
          <a:prstGeom prst="line">
            <a:avLst/>
          </a:prstGeom>
          <a:noFill/>
          <a:ln w="12700">
            <a:solidFill>
              <a:srgbClr val="C8C2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10800000">
            <a:off x="4498848" y="3310128"/>
            <a:ext cx="146304" cy="100584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2608" y="3419856"/>
            <a:ext cx="8631936" cy="603504"/>
          </a:xfrm>
          <a:prstGeom prst="rect">
            <a:avLst/>
          </a:prstGeom>
          <a:solidFill>
            <a:srgbClr val="80C8A8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6032" y="3383280"/>
            <a:ext cx="8631936" cy="603504"/>
          </a:xfrm>
          <a:prstGeom prst="roundRect">
            <a:avLst>
              <a:gd name="adj" fmla="val 7576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032" y="3383280"/>
            <a:ext cx="8631936" cy="237744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4048" y="338328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|  VISUALIZATION  (Grafana)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36576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7D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048256" y="36576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F0F5FB"/>
          </a:solidFill>
          <a:ln w="12700">
            <a:solidFill>
              <a:srgbClr val="90C0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48256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1F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Storage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730752" y="36576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30752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413248" y="36576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13248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B8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095744" y="3657600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95744" y="36576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Jobs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256032" y="4078224"/>
            <a:ext cx="8631936" cy="292608"/>
          </a:xfrm>
          <a:prstGeom prst="roundRect">
            <a:avLst>
              <a:gd name="adj" fmla="val 15625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56032" y="4078224"/>
            <a:ext cx="54864" cy="292608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4048" y="4078224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vendor lock-in. All tools self-hosted and auditable. Data never leaves your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4572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64592" y="20116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Threat Surface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20116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attack vectors specific to HPC AI workloads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960620"/>
            <a:ext cx="8814816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 |  Erythix / Aureonis  |  HPC AI Observability and Security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648456" y="2048256"/>
            <a:ext cx="1920240" cy="768096"/>
          </a:xfrm>
          <a:prstGeom prst="rect">
            <a:avLst/>
          </a:prstGeom>
          <a:solidFill>
            <a:srgbClr val="E8B0C0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011680"/>
            <a:ext cx="1920240" cy="768096"/>
          </a:xfrm>
          <a:prstGeom prst="roundRect">
            <a:avLst>
              <a:gd name="adj" fmla="val 5952"/>
            </a:avLst>
          </a:prstGeom>
          <a:solidFill>
            <a:srgbClr val="FDF4F6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11680"/>
            <a:ext cx="1920240" cy="256032"/>
          </a:xfrm>
          <a:prstGeom prst="rect">
            <a:avLst/>
          </a:prstGeom>
          <a:solidFill>
            <a:srgbClr val="7D1C35"/>
          </a:solidFill>
          <a:ln w="12700">
            <a:solidFill>
              <a:srgbClr val="7D1C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23225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2889504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889504"/>
            <a:ext cx="21945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bypasses all kernel hooks  |  invisible to firewall and IDS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92608" y="5852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5486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548640"/>
            <a:ext cx="2048256" cy="237744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5486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Supply Chain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" y="8229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CUDA kernel in Python package. Exfiltrates weights during backward pass.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10896" y="12984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2984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Private registry + hash all dependencies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304288" y="1069848"/>
            <a:ext cx="653796" cy="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958084" y="1069848"/>
            <a:ext cx="0" cy="132588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958084" y="2395728"/>
            <a:ext cx="653796" cy="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rot="5400000">
            <a:off x="3593592" y="2331720"/>
            <a:ext cx="100584" cy="128016"/>
          </a:xfrm>
          <a:prstGeom prst="triangle">
            <a:avLst/>
          </a:prstGeom>
          <a:solidFill>
            <a:srgbClr val="E0A09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76288" y="5852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5486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2F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548640"/>
            <a:ext cx="2048256" cy="237744"/>
          </a:xfrm>
          <a:prstGeom prst="rect">
            <a:avLst/>
          </a:prstGeom>
          <a:solidFill>
            <a:srgbClr val="B83828"/>
          </a:solidFill>
          <a:ln w="12700">
            <a:solidFill>
              <a:srgbClr val="B83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5486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12864" y="8229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Lustre file between integrity check and DataLoader read. Backdoor insertion.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894576" y="12984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12984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SHA-256 per shard at DataLoader read time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839712" y="1069848"/>
            <a:ext cx="-653796" cy="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185916" y="1069848"/>
            <a:ext cx="0" cy="132588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185916" y="2395728"/>
            <a:ext cx="-653796" cy="0"/>
          </a:xfrm>
          <a:prstGeom prst="line">
            <a:avLst/>
          </a:prstGeom>
          <a:noFill/>
          <a:ln w="12700">
            <a:solidFill>
              <a:srgbClr val="E0A09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rot="16200000">
            <a:off x="5440680" y="2331720"/>
            <a:ext cx="100584" cy="128016"/>
          </a:xfrm>
          <a:prstGeom prst="triangle">
            <a:avLst/>
          </a:prstGeom>
          <a:solidFill>
            <a:srgbClr val="E0A090"/>
          </a:solidFill>
          <a:ln w="12700">
            <a:solidFill>
              <a:srgbClr val="E0A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19568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9202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1920240"/>
            <a:ext cx="2048256" cy="237744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19202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Blind Spot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9184" y="21945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peer memory read bypasses kernel. No firewall, IDS, or iptables sees this traffic.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10896" y="26700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26700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IB anomaly metrics + behavioral baseline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304288" y="2441448"/>
            <a:ext cx="653796" cy="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958084" y="2441448"/>
            <a:ext cx="0" cy="-4572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958084" y="2395728"/>
            <a:ext cx="653796" cy="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rot="5400000">
            <a:off x="3593592" y="2331720"/>
            <a:ext cx="100584" cy="128016"/>
          </a:xfrm>
          <a:prstGeom prst="triangle">
            <a:avLst/>
          </a:prstGeom>
          <a:solidFill>
            <a:srgbClr val="E8C86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76288" y="19568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39712" y="19202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8F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39712" y="1920240"/>
            <a:ext cx="2048256" cy="237744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19202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Injection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12864" y="21945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training: crafted gradients introduce backdoor in final model.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894576" y="26700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26700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Gradient norm distribution + KL divergence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839712" y="2441448"/>
            <a:ext cx="-653796" cy="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6185916" y="2441448"/>
            <a:ext cx="0" cy="-4572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185916" y="2395728"/>
            <a:ext cx="-653796" cy="0"/>
          </a:xfrm>
          <a:prstGeom prst="line">
            <a:avLst/>
          </a:prstGeom>
          <a:noFill/>
          <a:ln w="12700">
            <a:solidFill>
              <a:srgbClr val="E8C86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rot="16200000">
            <a:off x="5440680" y="2331720"/>
            <a:ext cx="100584" cy="128016"/>
          </a:xfrm>
          <a:prstGeom prst="triangle">
            <a:avLst/>
          </a:prstGeom>
          <a:solidFill>
            <a:srgbClr val="E8C860"/>
          </a:solidFill>
          <a:ln w="12700">
            <a:solidFill>
              <a:srgbClr val="E8C8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33284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6032" y="32918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56032" y="3291840"/>
            <a:ext cx="2048256" cy="237744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32918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Leakage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" y="35661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not zeroed between SLURM jobs. Previous tenant weights readable.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10896" y="40416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0416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Pre-job GPU wipe + driver configuration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304288" y="3813048"/>
            <a:ext cx="653796" cy="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2958084" y="3813048"/>
            <a:ext cx="0" cy="-141732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2958084" y="2395728"/>
            <a:ext cx="653796" cy="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rot="5400000">
            <a:off x="3593592" y="2331720"/>
            <a:ext cx="100584" cy="128016"/>
          </a:xfrm>
          <a:prstGeom prst="triangle">
            <a:avLst/>
          </a:prstGeom>
          <a:solidFill>
            <a:srgbClr val="E8B0C0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6288" y="3328416"/>
            <a:ext cx="2048256" cy="1042416"/>
          </a:xfrm>
          <a:prstGeom prst="rect">
            <a:avLst/>
          </a:prstGeom>
          <a:solidFill>
            <a:srgbClr val="DDD8CF"/>
          </a:solidFill>
          <a:ln w="12700">
            <a:solidFill>
              <a:srgbClr val="DDD8C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39712" y="3291840"/>
            <a:ext cx="2048256" cy="1042416"/>
          </a:xfrm>
          <a:prstGeom prst="roundRect">
            <a:avLst>
              <a:gd name="adj" fmla="val 4386"/>
            </a:avLst>
          </a:prstGeom>
          <a:solidFill>
            <a:srgbClr val="FDF4F6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39712" y="3291840"/>
            <a:ext cx="2048256" cy="237744"/>
          </a:xfrm>
          <a:prstGeom prst="rect">
            <a:avLst/>
          </a:prstGeom>
          <a:solidFill>
            <a:srgbClr val="A8243F"/>
          </a:solidFill>
          <a:ln w="12700">
            <a:solidFill>
              <a:srgbClr val="A824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39712" y="329184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912864" y="35661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0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CVE-2024-0132 nvidia-container-toolkit. Escape to host, access all workloads.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6894576" y="4041648"/>
            <a:ext cx="1938528" cy="219456"/>
          </a:xfrm>
          <a:prstGeom prst="roundRect">
            <a:avLst>
              <a:gd name="adj" fmla="val 20833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31152" y="404164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1A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Falco rules + Tetragon syscall enforcement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839712" y="3813048"/>
            <a:ext cx="-653796" cy="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6185916" y="3813048"/>
            <a:ext cx="0" cy="-141732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6185916" y="2395728"/>
            <a:ext cx="-653796" cy="0"/>
          </a:xfrm>
          <a:prstGeom prst="line">
            <a:avLst/>
          </a:prstGeom>
          <a:noFill/>
          <a:ln w="12700">
            <a:solidFill>
              <a:srgbClr val="E8B0C0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rot="16200000">
            <a:off x="5440680" y="2331720"/>
            <a:ext cx="100584" cy="128016"/>
          </a:xfrm>
          <a:prstGeom prst="triangle">
            <a:avLst/>
          </a:prstGeom>
          <a:solidFill>
            <a:srgbClr val="E8B0C0"/>
          </a:solidFill>
          <a:ln w="12700">
            <a:solidFill>
              <a:srgbClr val="E8B0C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2608" y="4517136"/>
            <a:ext cx="8631936" cy="384048"/>
          </a:xfrm>
          <a:prstGeom prst="rect">
            <a:avLst/>
          </a:prstGeom>
          <a:solidFill>
            <a:srgbClr val="80C8A8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6032" y="4480560"/>
            <a:ext cx="8631936" cy="384048"/>
          </a:xfrm>
          <a:prstGeom prst="roundRect">
            <a:avLst>
              <a:gd name="adj" fmla="val 11905"/>
            </a:avLst>
          </a:prstGeom>
          <a:solidFill>
            <a:srgbClr val="F0F8F4"/>
          </a:solidFill>
          <a:ln w="12700">
            <a:solidFill>
              <a:srgbClr val="80C8A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4480560"/>
            <a:ext cx="64008" cy="384048"/>
          </a:xfrm>
          <a:prstGeom prst="rect">
            <a:avLst/>
          </a:prstGeom>
          <a:solidFill>
            <a:srgbClr val="1A6E42"/>
          </a:solidFill>
          <a:ln w="12700">
            <a:solidFill>
              <a:srgbClr val="1A6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02336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DETECTION  |  Falco: real-time behavioral anomaly alerts   |   Tetragon: per-process syscall enforcement, block before execution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HPC AI Architecture Reference</dc:title>
  <dc:subject>Open Source Sovereign Stack</dc:subject>
  <dc:creator>Samuel Desseaux  |  Erythix / Aureonis</dc:creator>
  <cp:lastModifiedBy>Samuel Desseaux  |  Erythix / Aureonis</cp:lastModifiedBy>
  <cp:revision>1</cp:revision>
  <dcterms:created xsi:type="dcterms:W3CDTF">2026-03-07T14:03:55Z</dcterms:created>
  <dcterms:modified xsi:type="dcterms:W3CDTF">2026-03-07T14:03:55Z</dcterms:modified>
</cp:coreProperties>
</file>